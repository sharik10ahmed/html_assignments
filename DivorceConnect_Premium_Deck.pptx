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01 · 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From Legacy Monolith to Async, Event-Driven Legal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🚀 Async Engine: FastAPI powering non-blocking IO via routers and @app.websocket.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🗄️ Data Layer: PostgreSQL driven by Async SQLAlchemy and Alembic.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⚡ Event Layer: NATS Message Broker decoupled via Taskiq background workers.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🎨 Render Layer: Jinja2 Server-side templating for client-side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02 ·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One Identity Gateway. Four Roles. Zero Ambiguity.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👤 Client: Case Creation, Document Upload, Razorpay Payment, Real-time Tracking.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⚖️ Lawyer: Case Workspace Ops, Advance Pipeline Stages, Secure Client Chat.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🛡️ Staff: Document Review Queue, Flag Malicious Reports, Warning Assertions.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👑 Superadmin: Global Platform Override, Unrestricted Mutations, Audit Logs.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Token Flow: Login → JWT Issued → LocalStorage → Role-Gated Routers.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03 · DATA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Two Profiles. One Platform. A Legal Marketplace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🏛️ accounts_baseuser: Single identity record for every user (PK, email, password_hash, role).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👤 clients_clientprofile: Extends baseuser (marital_status, gender, mobile_number, warnings_count).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⚖️ lawyers_lawyerprofile: Extends baseuser (bar_reg_number, specialization, consultation_fee, rating).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04 · VERIFICATION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The Verification Wall: How Rogue Lawyers Never Reach Clients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STEP 1 (Submitted): Lawyer completes onboarding. Status saved as PENDING.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STEP 2 (Under Review): AdminPanelProfile staff accesses isolated queue (gated by is_staff==True).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STEP 3 (Adjudicated): APPROVED → Profile goes live. REJECTED → Lawyer notified for resubmission.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05 · CASE FLOW PART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The Case Lifecycle: Initiation to Assignment in Four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1. CASE_CREATED: Client selects verified lawyer. CaseRequest spawned with custom_id.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2. DOCUMENT_VERIFICATION: Client uploads required legal documents to database arrays.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3. DOCUMENTS_VERIFIED: Admin verifies inputs. Platform locks user modifications.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4. LAWYER_ASSIGNED: Live case workspace activated. WebSocket notifications fired.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06 · CASE FLOW PART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The Execution Engine: Seven Legal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M1: Petition Drafted → M2: Petition Filed → M3: First Motion → M4: Second Motion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M5: Decree Issued → M6: Completed → M7: Rated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System Cascade: DB Status Mutation → Audit Trail Logged → WebSocket Broadcast → Taskiq Email.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07 · STORAGE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The Document Engine: Secure Upload &amp; Persistent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📤 UPLOAD LAYER: Client submits validation data (e.g., [Aadhaar Redacted] Card, Marriage Cert).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☁️ STORAGE LAYER: upload_to_cloudinary() pipes binary stream server-side to CDN.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📋 METADATA LAYER: Tracking records instantiated in lawyers_casedocument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08 · AGGREGATION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The Verification Gate: The Last Line of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State Evaluation: Every admin approval re-queries all case documents.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If Doc A (Verified) + Doc B (Pending) → Case BLOCKED.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If All Documents == VERIFIED → Case AUTO-ADVANCES to LAWYER_ASSIGNED.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Self-Executing: Backend query fires after every admin action without manual trigger.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09 · REAL-TIME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Always-On: The Dual-Channel Notification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⚡ IN-SESSION: Real-Time WebSocket Layer (&lt;50ms delivery).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Maintains dynamic execution states. Triggers: Stage Changes, Chat Hooks, Payments.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📬 OUT-OF-SESSION: Async Background Layer (NATS via Taskiq).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Offloads processes to localized message queues. Triggers: Account Warnings, Receipt Dispatch.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10 · CHAT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Case Chat: Persistent, Real-Time, Attachment-Capable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Data Model: lawyers_casemessage (case_id, sender_type, text, attachment).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Dispatch Sequence prioritizes persistence over real-time delivery.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POST /messages → DB INSERT committed → manager.send_personal_message() → UI updates.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11 · LEDGER &amp;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The Payments Engine: Razorpay-Verified &amp; Audit-Complete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STAGE 1 (Initiation): Payment DB row created with status PENDING.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STAGE 2 (Capture): PCI-compliant Razorpay modal launches. Payment captured.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STAGE 3 (Verification): HMAC-SHA256 signature validated against Razorpay secret.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If valid → DB status SUCCEEDED → WebSocket Alert → NATS Receipt Email.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9A84C"/>
                </a:solidFill>
              </a:defRPr>
            </a:pPr>
            <a:r>
              <a:t>SLIDE 12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9F6F0"/>
                </a:solidFill>
              </a:defRPr>
            </a:pPr>
            <a:r>
              <a:t>Trust &amp; Safety at Scale: Automated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Track A (Manual Report): Client flags Lawyer → Admin reviews → Triggers WARN.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Track B (Automated Rules): Lawyer warnings ≥ 3 → Auto-Ban (is_active=False).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Track B (Automated Rules): False reports ≥ 6 → Reporter Account Deactivated.</a:t>
            </a:r>
          </a:p>
          <a:p>
            <a:pPr>
              <a:spcAft>
                <a:spcPts val="1400"/>
              </a:spcAft>
              <a:defRPr sz="1800">
                <a:solidFill>
                  <a:srgbClr val="8A8680"/>
                </a:solidFill>
              </a:defRPr>
            </a:pPr>
            <a:r>
              <a:t>14-Day Retention: Deletion initiated → 14-Day Cooling Window → Permanent DB Row Purge.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